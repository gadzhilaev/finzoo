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1B6943"/>
                </a:solidFill>
                <a:latin typeface="Arial"/>
              </a:rPr>
              <a:t>Finzo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3D3D3D"/>
                </a:solidFill>
                <a:latin typeface="Arial"/>
              </a:rPr>
              <a:t>Питомец, который учит детей 7–11 финансовым решениям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D3D3D"/>
                </a:solidFill>
                <a:latin typeface="Arial"/>
              </a:rPr>
              <a:t>Конкурсный прототип · локально · без платежей и рекламы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D3D3D"/>
                </a:solidFill>
                <a:latin typeface="Arial"/>
              </a:rPr>
              <a:t>Презентация по §4 ТЗ (пункты 1–9)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46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A8070"/>
                </a:solidFill>
              </a:rPr>
              <a:t>1/11  Finzo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6943"/>
                </a:solidFill>
                <a:latin typeface="Arial"/>
              </a:rPr>
              <a:t>1. Проблема и аудитория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D3D3D"/>
                </a:solidFill>
                <a:latin typeface="Arial"/>
              </a:rPr>
              <a:t>Проблема: детям сложно отличить необходимое, желания и накопление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D3D3D"/>
                </a:solidFill>
                <a:latin typeface="Arial"/>
              </a:rPr>
              <a:t>в реальном дне — без скучных лекций и без «настоящих» денег.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D3D3D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D3D3D"/>
                </a:solidFill>
                <a:latin typeface="Arial"/>
              </a:rPr>
              <a:t>Целевая аудитория: дети 7–11 лет.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D3D3D"/>
                </a:solidFill>
                <a:latin typeface="Arial"/>
              </a:rPr>
              <a:t>Взрослый рядом: локальный раздел с gate (8+7) — прогресс, демо, сброс.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D3D3D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D3D3D"/>
                </a:solidFill>
                <a:latin typeface="Arial"/>
              </a:rPr>
              <a:t>Ограничение продукта: только игровая валюта, offline, без аккаунта.</a:t>
            </a:r>
          </a:p>
        </p:txBody>
      </p:sp>
      <p:pic>
        <p:nvPicPr>
          <p:cNvPr id="5" name="Picture 4" descr="03_str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280160"/>
            <a:ext cx="4114800" cy="89025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41280" y="6446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A8070"/>
                </a:solidFill>
              </a:rPr>
              <a:t>2/11  Finzo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6943"/>
                </a:solidFill>
                <a:latin typeface="Arial"/>
              </a:rPr>
              <a:t>2. Образовательные результаты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>Опора на Единую рамку компетенций (материалы организатора, §6 ТЗ)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>и портал «Открытый бюджет» / Финансовая культура — темы команды: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>• Планировать расходы в пределах известного дохода дня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>• Отличать необходимое и желания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>• Откладывать на цель (накопление)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>• Сравнивать суммы / проверять чек (платежная внимательность)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>• Замечать мошеннические признаки (книжка safety)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>Как в продукте: Practice ×6 (3 темы), Budget, Goals, Book 1–6.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46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A8070"/>
                </a:solidFill>
              </a:rPr>
              <a:t>3/11  Finzo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6943"/>
                </a:solidFill>
                <a:latin typeface="Arial"/>
              </a:rPr>
              <a:t>3. Идея продукта и питомец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>Идея: каждый игровой день — выбор между нужным, желаниями и копилкой.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>Почему питомец: последствия видны сразу — настроение, сытость, рост.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>Ребёнок связывает «я купил / сэкономил» → «Finzo отреагировал»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>(текст + UI), а не абстрактный балл.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>Этика: без стыда; ошибка → объяснение и путь исправления.</a:t>
            </a:r>
          </a:p>
        </p:txBody>
      </p:sp>
      <p:pic>
        <p:nvPicPr>
          <p:cNvPr id="5" name="Picture 4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4206240" cy="91188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41280" y="6446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A8070"/>
                </a:solidFill>
              </a:rPr>
              <a:t>4/11  Finzo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6943"/>
                </a:solidFill>
                <a:latin typeface="Arial"/>
              </a:rPr>
              <a:t>4. Пользовательский путь и экономика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D3D3D"/>
                </a:solidFill>
                <a:latin typeface="Arial"/>
              </a:rPr>
              <a:t>Путь: онбординг → туториал (3 типа) → цель → бюджет → улица (hub)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D3D3D"/>
                </a:solidFill>
                <a:latin typeface="Arial"/>
              </a:rPr>
              <a:t>→ покупки / практика / копилка → итоги периода → рост → следующий день.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D3D3D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D3D3D"/>
                </a:solidFill>
                <a:latin typeface="Arial"/>
              </a:rPr>
              <a:t>Экономика (EconomyRules):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D3D3D"/>
                </a:solidFill>
                <a:latin typeface="Arial"/>
              </a:rPr>
              <a:t>• Доход периода = 420 («Карманные от родителей»)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D3D3D"/>
                </a:solidFill>
                <a:latin typeface="Arial"/>
              </a:rPr>
              <a:t>• Практика: +20 один раз за каждый practice id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D3D3D"/>
                </a:solidFill>
                <a:latin typeface="Arial"/>
              </a:rPr>
              <a:t>• План: нужное + желания + копилка ≤ доступно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D3D3D"/>
                </a:solidFill>
                <a:latin typeface="Arial"/>
              </a:rPr>
              <a:t>• Покупки списывают баланс; копилка отдельно</a:t>
            </a:r>
          </a:p>
        </p:txBody>
      </p:sp>
      <p:pic>
        <p:nvPicPr>
          <p:cNvPr id="5" name="Picture 4" descr="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71600"/>
            <a:ext cx="4023360" cy="87223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41280" y="6446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A8070"/>
                </a:solidFill>
              </a:rPr>
              <a:t>5/11  Finzo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6943"/>
                </a:solidFill>
                <a:latin typeface="Arial"/>
              </a:rPr>
              <a:t>5. Обязательные функции и границы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>Внутри границ: локальный профиль, бюджет, покупки ≥2 типов, цели,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>практика ≥6 / 3 темы, рост ≥3 стадии, adult, persistence, демо/сброс,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>книжка safety; без банка / рекламы / IAP / соцсетей.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>Вне MVP: backend, remote parental, RuStore upload, SFX-пакет, sync.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>Факт контента: 9 образов, 6 целей, 6 practice, Book 1–6.</a:t>
            </a:r>
          </a:p>
        </p:txBody>
      </p:sp>
      <p:pic>
        <p:nvPicPr>
          <p:cNvPr id="5" name="Picture 4" descr="practice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71600"/>
            <a:ext cx="4023360" cy="87223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41280" y="6446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A8070"/>
                </a:solidFill>
              </a:rPr>
              <a:t>6/11  Finzo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6943"/>
                </a:solidFill>
                <a:latin typeface="Arial"/>
              </a:rPr>
              <a:t>6. Ключевые UX/UI-решения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>• Hub сразу показывает следующие действия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>• Touch ≥48 dp — FinzoHitTarget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>• Основной текст книжки 16 sp; короткие фразы 7–11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>• Цвет + текст/иконки (✓/✗, state notes)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>• Анимации отключаются (Adult → animationsEnabled)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>• Confirm: сброс, снятие с копилки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>• Критичное не только звуком (SFX нет)</a:t>
            </a:r>
          </a:p>
        </p:txBody>
      </p:sp>
      <p:pic>
        <p:nvPicPr>
          <p:cNvPr id="5" name="Picture 4" descr="01_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188720"/>
            <a:ext cx="4206240" cy="91004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41280" y="6446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A8070"/>
                </a:solidFill>
              </a:rPr>
              <a:t>7/11  Finzo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6943"/>
                </a:solidFill>
                <a:latin typeface="Arial"/>
              </a:rPr>
              <a:t>7. Архитектура, стек, данные, контент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>Стек: Flutter / Dart · shared_preferences · flutter_svg · google_fonts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>Хранение: ключ finzoo_player_profile_v1 (профиль, экономика, toggles)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>Архитектура: core/profile (правила) + features/* (экраны)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>Обновление контента: каталоги Practice / Shop / Goals / BookContent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>и ассеты — без смены ядра экономики.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>Серверной части нет (offline MVP).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46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A8070"/>
                </a:solidFill>
              </a:rPr>
              <a:t>8/11  Finzo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6943"/>
                </a:solidFill>
                <a:latin typeface="Arial"/>
              </a:rPr>
              <a:t>8. Тесты, ограничения, план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>Автотесты: flutter analyze clean; flutter test — 56 passed, hang=0.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>Физическое Android-тестирование — ожидает прогона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>(чеклист: docs/ANDROID_PHYSICAL_CHECKLIST.md).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>Ограничения: только local; нет backend/банка/remote parental; SFX нет.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>План: расширять каталоги; опционально SFX; RuStore после лицензий;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D3D3D"/>
                </a:solidFill>
                <a:latin typeface="Arial"/>
              </a:rPr>
              <a:t>заполнить физ. отчёт на устройстве.</a:t>
            </a:r>
          </a:p>
        </p:txBody>
      </p:sp>
      <p:pic>
        <p:nvPicPr>
          <p:cNvPr id="5" name="Picture 4" descr="sav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71600"/>
            <a:ext cx="4023360" cy="87223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41280" y="6446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A8070"/>
                </a:solidFill>
              </a:rPr>
              <a:t>9/11  Finzo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6943"/>
                </a:solidFill>
                <a:latin typeface="Arial"/>
              </a:rPr>
              <a:t>9. Репозиторий, сборка, документация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D3D3D"/>
                </a:solidFill>
                <a:latin typeface="Arial"/>
              </a:rPr>
              <a:t>Репозиторий: private GitHub (доступ экспертам — по §7.2, pending).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D3D3D"/>
                </a:solidFill>
                <a:latin typeface="Arial"/>
              </a:rPr>
              <a:t>Релизный тег: pending.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D3D3D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D3D3D"/>
                </a:solidFill>
                <a:latin typeface="Arial"/>
              </a:rPr>
              <a:t>Сборка: flutter build apk --release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D3D3D"/>
                </a:solidFill>
                <a:latin typeface="Arial"/>
              </a:rPr>
              <a:t>→ build/app/outputs/flutter-apk/app-release.apk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D3D3D"/>
                </a:solidFill>
                <a:latin typeface="Arial"/>
              </a:rPr>
              <a:t>Package: ru.gadzhilaev.finzo · 1.0.0+1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D3D3D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D3D3D"/>
                </a:solidFill>
                <a:latin typeface="Arial"/>
              </a:rPr>
              <a:t>Документы: README · docs/FINZO_SUBMISSION.docx · ECONOMY ·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D3D3D"/>
                </a:solidFill>
                <a:latin typeface="Arial"/>
              </a:rPr>
              <a:t>CONTENT_MAP · UX_ACCESSIBILITY · LIMITATIONS · REQUIREMENTS_MATRIX ·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D3D3D"/>
                </a:solidFill>
                <a:latin typeface="Arial"/>
              </a:rPr>
              <a:t>LICENSES · rustore/ · VIDEO_SCENARIO · ANDROID_*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D3D3D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D3D3D"/>
                </a:solidFill>
                <a:latin typeface="Arial"/>
              </a:rPr>
              <a:t>Резервное видео ≤3 мин: сценарий готов, файл записи — pending.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46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A8070"/>
                </a:solidFill>
              </a:rPr>
              <a:t>10/11  Finzo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B6943"/>
                </a:solidFill>
                <a:latin typeface="Arial"/>
              </a:rPr>
              <a:t>Демонстрация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D3D3D"/>
                </a:solidFill>
                <a:latin typeface="Arial"/>
              </a:rPr>
              <a:t>Live: шаги Приложения А (столбец «Демонстрация») на рабочей сборке.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D3D3D"/>
                </a:solidFill>
                <a:latin typeface="Arial"/>
              </a:rPr>
              <a:t>Резерв: видео по docs/VIDEO_SCENARIO.md (≤3 мин).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D3D3D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D3D3D"/>
                </a:solidFill>
                <a:latin typeface="Arial"/>
              </a:rPr>
              <a:t>Статичный макет не заменяет финальный APK (§4.1).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46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8A8070"/>
                </a:solidFill>
              </a:rPr>
              <a:t>11/11  Finzo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